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Edison Ganado" userId="d3434e8452d11d6a" providerId="LiveId" clId="{1F7776BA-CE35-49FE-9B36-9850D48289E7}"/>
    <pc:docChg chg="modSld">
      <pc:chgData name="Daniel Edison Ganado" userId="d3434e8452d11d6a" providerId="LiveId" clId="{1F7776BA-CE35-49FE-9B36-9850D48289E7}" dt="2025-08-19T15:47:33.747" v="67" actId="14100"/>
      <pc:docMkLst>
        <pc:docMk/>
      </pc:docMkLst>
      <pc:sldChg chg="modSp mod">
        <pc:chgData name="Daniel Edison Ganado" userId="d3434e8452d11d6a" providerId="LiveId" clId="{1F7776BA-CE35-49FE-9B36-9850D48289E7}" dt="2025-08-19T15:47:33.747" v="67" actId="14100"/>
        <pc:sldMkLst>
          <pc:docMk/>
          <pc:sldMk cId="3761406329" sldId="256"/>
        </pc:sldMkLst>
        <pc:spChg chg="mod">
          <ac:chgData name="Daniel Edison Ganado" userId="d3434e8452d11d6a" providerId="LiveId" clId="{1F7776BA-CE35-49FE-9B36-9850D48289E7}" dt="2025-08-19T15:43:50.290" v="0" actId="20577"/>
          <ac:spMkLst>
            <pc:docMk/>
            <pc:sldMk cId="3761406329" sldId="256"/>
            <ac:spMk id="2" creationId="{E19CD7AE-94EA-6F86-F8FD-782188C480DD}"/>
          </ac:spMkLst>
        </pc:spChg>
        <pc:spChg chg="mod">
          <ac:chgData name="Daniel Edison Ganado" userId="d3434e8452d11d6a" providerId="LiveId" clId="{1F7776BA-CE35-49FE-9B36-9850D48289E7}" dt="2025-08-19T15:47:33.747" v="67" actId="14100"/>
          <ac:spMkLst>
            <pc:docMk/>
            <pc:sldMk cId="3761406329" sldId="256"/>
            <ac:spMk id="3" creationId="{896E8ED2-965B-F34C-A6E2-3B350820E8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D7AE-94EA-6F86-F8FD-782188C480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PH" dirty="0" err="1"/>
              <a:t>A</a:t>
            </a:r>
            <a:r>
              <a:rPr lang="en-PH" sz="6600" cap="none" dirty="0" err="1"/>
              <a:t>ssur</a:t>
            </a:r>
            <a:r>
              <a:rPr lang="en-PH" dirty="0" err="1"/>
              <a:t>E</a:t>
            </a:r>
            <a:r>
              <a:rPr lang="en-PH" cap="none" dirty="0" err="1"/>
              <a:t>dQuiz</a:t>
            </a:r>
            <a:r>
              <a:rPr lang="en-PH" cap="none" dirty="0"/>
              <a:t>: </a:t>
            </a:r>
            <a:r>
              <a:rPr lang="en-US" dirty="0"/>
              <a:t>Web App for Remote Quizzes with Monitoring</a:t>
            </a:r>
            <a:endParaRPr lang="en-P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E8ED2-965B-F34C-A6E2-3B350820E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1588728"/>
          </a:xfrm>
        </p:spPr>
        <p:txBody>
          <a:bodyPr/>
          <a:lstStyle/>
          <a:p>
            <a:pPr algn="ctr"/>
            <a:r>
              <a:rPr lang="en-PH" dirty="0"/>
              <a:t>Assured Education with Integrity. </a:t>
            </a:r>
            <a:r>
              <a:rPr lang="en-US" dirty="0"/>
              <a:t>A Solution for Instructors and Students in Remote Learning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(Inspired from Google Classroom &amp; Quizizz)</a:t>
            </a:r>
          </a:p>
        </p:txBody>
      </p:sp>
    </p:spTree>
    <p:extLst>
      <p:ext uri="{BB962C8B-B14F-4D97-AF65-F5344CB8AC3E}">
        <p14:creationId xmlns:p14="http://schemas.microsoft.com/office/powerpoint/2010/main" val="3761406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59C93-973F-28A2-71FC-32DAABD17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C1302-5D4B-C920-B916-0A91697D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Instructors cannot always meet students face-to-face.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Difficult to administer secure quizzes remotely.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Risk of academic dishonesty without monitoring.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Need for a tool that allows quizzes with verification &amp; tracking.</a:t>
            </a:r>
          </a:p>
        </p:txBody>
      </p:sp>
    </p:spTree>
    <p:extLst>
      <p:ext uri="{BB962C8B-B14F-4D97-AF65-F5344CB8AC3E}">
        <p14:creationId xmlns:p14="http://schemas.microsoft.com/office/powerpoint/2010/main" val="1384031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526EE-7BEE-2DBF-7410-8A2ECA740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4BD6D-2C31-4E7D-F165-5C411E98C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AssurEdQuiz</a:t>
            </a:r>
            <a:r>
              <a:rPr lang="en-US" dirty="0"/>
              <a:t>: A web application where: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Instructors can create and manage quiz servers.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Students can join servers to take quizzes.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Built-in camera monitoring ensures integrity.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Verification before participation.</a:t>
            </a:r>
          </a:p>
        </p:txBody>
      </p:sp>
    </p:spTree>
    <p:extLst>
      <p:ext uri="{BB962C8B-B14F-4D97-AF65-F5344CB8AC3E}">
        <p14:creationId xmlns:p14="http://schemas.microsoft.com/office/powerpoint/2010/main" val="1333193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A6852-F008-49F4-84AF-490A9A26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Instructor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FE603-34F7-2439-4421-F2B623F50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Create quiz/activity servers.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Dashboard for quiz and participant management.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Share server link with students.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Monitor live webcam feeds &amp; review recordings.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Export results and analytics.</a:t>
            </a:r>
          </a:p>
        </p:txBody>
      </p:sp>
    </p:spTree>
    <p:extLst>
      <p:ext uri="{BB962C8B-B14F-4D97-AF65-F5344CB8AC3E}">
        <p14:creationId xmlns:p14="http://schemas.microsoft.com/office/powerpoint/2010/main" val="3438502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3A3B9-6824-3B3D-BAA0-60F5C204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Student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F53B3-720D-64F0-10FD-B4A433D52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Join server via link or code.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Verify identity (webcam snapshot).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Participate in timed quizzes.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Recorded monitoring during activity.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View scores (if enabled by instructor).</a:t>
            </a:r>
          </a:p>
        </p:txBody>
      </p:sp>
    </p:spTree>
    <p:extLst>
      <p:ext uri="{BB962C8B-B14F-4D97-AF65-F5344CB8AC3E}">
        <p14:creationId xmlns:p14="http://schemas.microsoft.com/office/powerpoint/2010/main" val="3147323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055EA-71BC-8912-030F-AE6F157A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Security &amp;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1AA63-3AF3-F0FA-2C56-A2DBD2680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Identity verification before joining.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Continuous webcam recording during activity.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Detects tab-switching / suspicious activity.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Activity logs stored for review.</a:t>
            </a:r>
          </a:p>
        </p:txBody>
      </p:sp>
    </p:spTree>
    <p:extLst>
      <p:ext uri="{BB962C8B-B14F-4D97-AF65-F5344CB8AC3E}">
        <p14:creationId xmlns:p14="http://schemas.microsoft.com/office/powerpoint/2010/main" val="211041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6829B-72BC-8956-508A-879D5DD29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App Flow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1C98F-FF74-E8AC-2BC1-0746DEA44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PH" dirty="0"/>
              <a:t>Landing Page → Create Server / Join Server</a:t>
            </a:r>
          </a:p>
          <a:p>
            <a:pPr marL="457200" indent="-457200">
              <a:buFont typeface="+mj-lt"/>
              <a:buAutoNum type="arabicPeriod"/>
            </a:pPr>
            <a:r>
              <a:rPr lang="en-PH" dirty="0"/>
              <a:t>Instructor: Dashboard → Create Quiz → Monitor Students</a:t>
            </a:r>
          </a:p>
          <a:p>
            <a:pPr marL="457200" indent="-457200">
              <a:buFont typeface="+mj-lt"/>
              <a:buAutoNum type="arabicPeriod"/>
            </a:pPr>
            <a:r>
              <a:rPr lang="en-PH" dirty="0"/>
              <a:t>Student: Join → Verify Identity → Take Quiz → Submit</a:t>
            </a:r>
          </a:p>
          <a:p>
            <a:pPr marL="457200" indent="-457200">
              <a:buFont typeface="+mj-lt"/>
              <a:buAutoNum type="arabicPeriod"/>
            </a:pPr>
            <a:r>
              <a:rPr lang="en-PH" dirty="0"/>
              <a:t>Results: Dashboard shows scores + monitoring logs</a:t>
            </a:r>
          </a:p>
        </p:txBody>
      </p:sp>
    </p:spTree>
    <p:extLst>
      <p:ext uri="{BB962C8B-B14F-4D97-AF65-F5344CB8AC3E}">
        <p14:creationId xmlns:p14="http://schemas.microsoft.com/office/powerpoint/2010/main" val="169016361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82</TotalTime>
  <Words>233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Vapor Trail</vt:lpstr>
      <vt:lpstr>AssurEdQuiz: Web App for Remote Quizzes with Monitoring</vt:lpstr>
      <vt:lpstr>Problem statement</vt:lpstr>
      <vt:lpstr>Proposed Solution</vt:lpstr>
      <vt:lpstr>Instructor Features</vt:lpstr>
      <vt:lpstr>Student Features</vt:lpstr>
      <vt:lpstr>Security &amp; Verification</vt:lpstr>
      <vt:lpstr>App Flow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Edison Ganado</dc:creator>
  <cp:lastModifiedBy>Daniel Edison Ganado</cp:lastModifiedBy>
  <cp:revision>1</cp:revision>
  <dcterms:created xsi:type="dcterms:W3CDTF">2025-08-19T14:25:15Z</dcterms:created>
  <dcterms:modified xsi:type="dcterms:W3CDTF">2025-08-19T15:47:39Z</dcterms:modified>
</cp:coreProperties>
</file>